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9" r:id="rId2"/>
    <p:sldId id="257" r:id="rId3"/>
    <p:sldId id="290" r:id="rId4"/>
    <p:sldId id="258" r:id="rId5"/>
    <p:sldId id="259" r:id="rId6"/>
    <p:sldId id="260" r:id="rId7"/>
    <p:sldId id="295" r:id="rId8"/>
    <p:sldId id="291" r:id="rId9"/>
    <p:sldId id="296" r:id="rId10"/>
    <p:sldId id="292" r:id="rId11"/>
    <p:sldId id="297" r:id="rId12"/>
    <p:sldId id="264" r:id="rId13"/>
    <p:sldId id="261" r:id="rId14"/>
    <p:sldId id="265" r:id="rId15"/>
    <p:sldId id="267" r:id="rId16"/>
    <p:sldId id="293" r:id="rId17"/>
    <p:sldId id="29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B6D5EA-664B-487D-90F3-62B9ADD7F4F0}" v="4" dt="2026-07-28T17:47:24.586"/>
    <p1510:client id="{FB5DA1E7-3273-4638-973A-523459916C98}" v="27" dt="2026-07-29T04:35:50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2386" y="-114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trakalsubahan17@outlook.com" userId="acd941c7071c7b22" providerId="LiveId" clId="{2045C576-319B-40BB-B274-0175603C22F1}"/>
    <pc:docChg chg="undo redo custSel addSld delSld modSld sldOrd">
      <pc:chgData name="thatrakalsubahan17@outlook.com" userId="acd941c7071c7b22" providerId="LiveId" clId="{2045C576-319B-40BB-B274-0175603C22F1}" dt="2026-07-29T04:47:26.796" v="617" actId="20577"/>
      <pc:docMkLst>
        <pc:docMk/>
      </pc:docMkLst>
      <pc:sldChg chg="addSp delSp modSp mod">
        <pc:chgData name="thatrakalsubahan17@outlook.com" userId="acd941c7071c7b22" providerId="LiveId" clId="{2045C576-319B-40BB-B274-0175603C22F1}" dt="2026-07-29T04:18:11.805" v="21" actId="1076"/>
        <pc:sldMkLst>
          <pc:docMk/>
          <pc:sldMk cId="0" sldId="257"/>
        </pc:sldMkLst>
        <pc:spChg chg="add mod">
          <ac:chgData name="thatrakalsubahan17@outlook.com" userId="acd941c7071c7b22" providerId="LiveId" clId="{2045C576-319B-40BB-B274-0175603C22F1}" dt="2026-07-29T04:18:08.651" v="20" actId="1076"/>
          <ac:spMkLst>
            <pc:docMk/>
            <pc:sldMk cId="0" sldId="257"/>
            <ac:spMk id="2" creationId="{AE17C43D-7953-5BC1-E54E-298B9B3C2AC4}"/>
          </ac:spMkLst>
        </pc:spChg>
        <pc:spChg chg="mod">
          <ac:chgData name="thatrakalsubahan17@outlook.com" userId="acd941c7071c7b22" providerId="LiveId" clId="{2045C576-319B-40BB-B274-0175603C22F1}" dt="2026-07-29T04:18:11.805" v="21" actId="1076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thatrakalsubahan17@outlook.com" userId="acd941c7071c7b22" providerId="LiveId" clId="{2045C576-319B-40BB-B274-0175603C22F1}" dt="2026-07-29T04:17:06.848" v="7" actId="478"/>
          <ac:spMkLst>
            <pc:docMk/>
            <pc:sldMk cId="0" sldId="257"/>
            <ac:spMk id="5" creationId="{00000000-0000-0000-0000-000000000000}"/>
          </ac:spMkLst>
        </pc:spChg>
      </pc:sldChg>
      <pc:sldChg chg="modSp mod ord">
        <pc:chgData name="thatrakalsubahan17@outlook.com" userId="acd941c7071c7b22" providerId="LiveId" clId="{2045C576-319B-40BB-B274-0175603C22F1}" dt="2026-07-29T04:37:33.741" v="571" actId="255"/>
        <pc:sldMkLst>
          <pc:docMk/>
          <pc:sldMk cId="0" sldId="258"/>
        </pc:sldMkLst>
        <pc:spChg chg="mod">
          <ac:chgData name="thatrakalsubahan17@outlook.com" userId="acd941c7071c7b22" providerId="LiveId" clId="{2045C576-319B-40BB-B274-0175603C22F1}" dt="2026-07-29T04:23:34.008" v="193" actId="10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7:33.741" v="571" actId="255"/>
          <ac:spMkLst>
            <pc:docMk/>
            <pc:sldMk cId="0" sldId="258"/>
            <ac:spMk id="5" creationId="{00000000-0000-0000-0000-000000000000}"/>
          </ac:spMkLst>
        </pc:spChg>
      </pc:sldChg>
      <pc:sldChg chg="addSp delSp modSp mod">
        <pc:chgData name="thatrakalsubahan17@outlook.com" userId="acd941c7071c7b22" providerId="LiveId" clId="{2045C576-319B-40BB-B274-0175603C22F1}" dt="2026-07-29T04:24:00.785" v="195" actId="1076"/>
        <pc:sldMkLst>
          <pc:docMk/>
          <pc:sldMk cId="0" sldId="259"/>
        </pc:sldMkLst>
        <pc:spChg chg="add mod">
          <ac:chgData name="thatrakalsubahan17@outlook.com" userId="acd941c7071c7b22" providerId="LiveId" clId="{2045C576-319B-40BB-B274-0175603C22F1}" dt="2026-07-29T04:24:00.785" v="195" actId="1076"/>
          <ac:spMkLst>
            <pc:docMk/>
            <pc:sldMk cId="0" sldId="259"/>
            <ac:spMk id="2" creationId="{61400630-22AB-53EF-E8DD-7AB0B0AB996D}"/>
          </ac:spMkLst>
        </pc:spChg>
        <pc:spChg chg="add mod">
          <ac:chgData name="thatrakalsubahan17@outlook.com" userId="acd941c7071c7b22" providerId="LiveId" clId="{2045C576-319B-40BB-B274-0175603C22F1}" dt="2026-07-29T04:23:13.239" v="189" actId="20577"/>
          <ac:spMkLst>
            <pc:docMk/>
            <pc:sldMk cId="0" sldId="259"/>
            <ac:spMk id="3" creationId="{FE6ECE05-AD0A-7F29-5B95-27F8F5F0C517}"/>
          </ac:spMkLst>
        </pc:spChg>
        <pc:spChg chg="del">
          <ac:chgData name="thatrakalsubahan17@outlook.com" userId="acd941c7071c7b22" providerId="LiveId" clId="{2045C576-319B-40BB-B274-0175603C22F1}" dt="2026-07-29T04:20:40.851" v="117" actId="478"/>
          <ac:spMkLst>
            <pc:docMk/>
            <pc:sldMk cId="0" sldId="259"/>
            <ac:spMk id="5" creationId="{00000000-0000-0000-0000-000000000000}"/>
          </ac:spMkLst>
        </pc:spChg>
      </pc:sldChg>
      <pc:sldChg chg="delSp modSp mod">
        <pc:chgData name="thatrakalsubahan17@outlook.com" userId="acd941c7071c7b22" providerId="LiveId" clId="{2045C576-319B-40BB-B274-0175603C22F1}" dt="2026-07-29T04:30:17.988" v="375" actId="11"/>
        <pc:sldMkLst>
          <pc:docMk/>
          <pc:sldMk cId="0" sldId="260"/>
        </pc:sldMkLst>
        <pc:spChg chg="mod">
          <ac:chgData name="thatrakalsubahan17@outlook.com" userId="acd941c7071c7b22" providerId="LiveId" clId="{2045C576-319B-40BB-B274-0175603C22F1}" dt="2026-07-29T04:25:18.679" v="309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0:17.988" v="375" actId="11"/>
          <ac:spMkLst>
            <pc:docMk/>
            <pc:sldMk cId="0" sldId="260"/>
            <ac:spMk id="5" creationId="{00000000-0000-0000-0000-000000000000}"/>
          </ac:spMkLst>
        </pc:spChg>
        <pc:picChg chg="del">
          <ac:chgData name="thatrakalsubahan17@outlook.com" userId="acd941c7071c7b22" providerId="LiveId" clId="{2045C576-319B-40BB-B274-0175603C22F1}" dt="2026-07-29T04:24:10.578" v="196" actId="478"/>
          <ac:picMkLst>
            <pc:docMk/>
            <pc:sldMk cId="0" sldId="260"/>
            <ac:picMk id="9" creationId="{65F5D94A-3B76-84C1-0271-7F553B348D7B}"/>
          </ac:picMkLst>
        </pc:picChg>
      </pc:sldChg>
      <pc:sldChg chg="addSp delSp modSp mod">
        <pc:chgData name="thatrakalsubahan17@outlook.com" userId="acd941c7071c7b22" providerId="LiveId" clId="{2045C576-319B-40BB-B274-0175603C22F1}" dt="2026-07-29T04:44:03.625" v="611" actId="1076"/>
        <pc:sldMkLst>
          <pc:docMk/>
          <pc:sldMk cId="0" sldId="261"/>
        </pc:sldMkLst>
        <pc:spChg chg="mod">
          <ac:chgData name="thatrakalsubahan17@outlook.com" userId="acd941c7071c7b22" providerId="LiveId" clId="{2045C576-319B-40BB-B274-0175603C22F1}" dt="2026-07-29T04:31:06.576" v="433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3:35.973" v="494" actId="255"/>
          <ac:spMkLst>
            <pc:docMk/>
            <pc:sldMk cId="0" sldId="261"/>
            <ac:spMk id="5" creationId="{00000000-0000-0000-0000-000000000000}"/>
          </ac:spMkLst>
        </pc:spChg>
        <pc:picChg chg="add del mod modCrop">
          <ac:chgData name="thatrakalsubahan17@outlook.com" userId="acd941c7071c7b22" providerId="LiveId" clId="{2045C576-319B-40BB-B274-0175603C22F1}" dt="2026-07-29T04:44:03.625" v="611" actId="1076"/>
          <ac:picMkLst>
            <pc:docMk/>
            <pc:sldMk cId="0" sldId="261"/>
            <ac:picMk id="2" creationId="{0D133C38-E808-7355-31B8-ECE498BAAF00}"/>
          </ac:picMkLst>
        </pc:picChg>
        <pc:picChg chg="del">
          <ac:chgData name="thatrakalsubahan17@outlook.com" userId="acd941c7071c7b22" providerId="LiveId" clId="{2045C576-319B-40BB-B274-0175603C22F1}" dt="2026-07-29T04:30:41.843" v="376" actId="478"/>
          <ac:picMkLst>
            <pc:docMk/>
            <pc:sldMk cId="0" sldId="261"/>
            <ac:picMk id="9" creationId="{33443CE5-EF74-A743-7A0C-779843471E01}"/>
          </ac:picMkLst>
        </pc:picChg>
      </pc:sldChg>
      <pc:sldChg chg="addSp delSp modSp mod ord">
        <pc:chgData name="thatrakalsubahan17@outlook.com" userId="acd941c7071c7b22" providerId="LiveId" clId="{2045C576-319B-40BB-B274-0175603C22F1}" dt="2026-07-29T04:33:42.978" v="496"/>
        <pc:sldMkLst>
          <pc:docMk/>
          <pc:sldMk cId="0" sldId="264"/>
        </pc:sldMkLst>
        <pc:spChg chg="add mod">
          <ac:chgData name="thatrakalsubahan17@outlook.com" userId="acd941c7071c7b22" providerId="LiveId" clId="{2045C576-319B-40BB-B274-0175603C22F1}" dt="2026-07-29T04:33:12.900" v="492" actId="122"/>
          <ac:spMkLst>
            <pc:docMk/>
            <pc:sldMk cId="0" sldId="264"/>
            <ac:spMk id="3" creationId="{26A2BB36-BC9F-C98C-6E6A-3DD3A6CC78DA}"/>
          </ac:spMkLst>
        </pc:spChg>
        <pc:spChg chg="mod">
          <ac:chgData name="thatrakalsubahan17@outlook.com" userId="acd941c7071c7b22" providerId="LiveId" clId="{2045C576-319B-40BB-B274-0175603C22F1}" dt="2026-07-29T04:32:02.265" v="478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3:17.756" v="493" actId="12"/>
          <ac:spMkLst>
            <pc:docMk/>
            <pc:sldMk cId="0" sldId="264"/>
            <ac:spMk id="5" creationId="{00000000-0000-0000-0000-000000000000}"/>
          </ac:spMkLst>
        </pc:spChg>
        <pc:picChg chg="del">
          <ac:chgData name="thatrakalsubahan17@outlook.com" userId="acd941c7071c7b22" providerId="LiveId" clId="{2045C576-319B-40BB-B274-0175603C22F1}" dt="2026-07-29T04:31:56.246" v="453" actId="478"/>
          <ac:picMkLst>
            <pc:docMk/>
            <pc:sldMk cId="0" sldId="264"/>
            <ac:picMk id="2" creationId="{00000000-0000-0000-0000-000000000000}"/>
          </ac:picMkLst>
        </pc:picChg>
      </pc:sldChg>
      <pc:sldChg chg="delSp modSp mod">
        <pc:chgData name="thatrakalsubahan17@outlook.com" userId="acd941c7071c7b22" providerId="LiveId" clId="{2045C576-319B-40BB-B274-0175603C22F1}" dt="2026-07-29T04:35:04.060" v="557" actId="1076"/>
        <pc:sldMkLst>
          <pc:docMk/>
          <pc:sldMk cId="0" sldId="265"/>
        </pc:sldMkLst>
        <pc:spChg chg="mod">
          <ac:chgData name="thatrakalsubahan17@outlook.com" userId="acd941c7071c7b22" providerId="LiveId" clId="{2045C576-319B-40BB-B274-0175603C22F1}" dt="2026-07-29T04:35:04.060" v="557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4:49.156" v="555" actId="1076"/>
          <ac:spMkLst>
            <pc:docMk/>
            <pc:sldMk cId="0" sldId="265"/>
            <ac:spMk id="5" creationId="{00000000-0000-0000-0000-000000000000}"/>
          </ac:spMkLst>
        </pc:spChg>
        <pc:picChg chg="del">
          <ac:chgData name="thatrakalsubahan17@outlook.com" userId="acd941c7071c7b22" providerId="LiveId" clId="{2045C576-319B-40BB-B274-0175603C22F1}" dt="2026-07-29T04:33:56.653" v="497" actId="478"/>
          <ac:picMkLst>
            <pc:docMk/>
            <pc:sldMk cId="0" sldId="265"/>
            <ac:picMk id="14" creationId="{49E8FAF5-4A25-84C4-44F8-29045A2EF18E}"/>
          </ac:picMkLst>
        </pc:picChg>
      </pc:sldChg>
      <pc:sldChg chg="del">
        <pc:chgData name="thatrakalsubahan17@outlook.com" userId="acd941c7071c7b22" providerId="LiveId" clId="{2045C576-319B-40BB-B274-0175603C22F1}" dt="2026-07-29T04:35:38.069" v="558" actId="2696"/>
        <pc:sldMkLst>
          <pc:docMk/>
          <pc:sldMk cId="0" sldId="266"/>
        </pc:sldMkLst>
      </pc:sldChg>
      <pc:sldChg chg="modSp mod">
        <pc:chgData name="thatrakalsubahan17@outlook.com" userId="acd941c7071c7b22" providerId="LiveId" clId="{2045C576-319B-40BB-B274-0175603C22F1}" dt="2026-07-29T04:36:56.013" v="570" actId="1076"/>
        <pc:sldMkLst>
          <pc:docMk/>
          <pc:sldMk cId="0" sldId="267"/>
        </pc:sldMkLst>
        <pc:spChg chg="mod">
          <ac:chgData name="thatrakalsubahan17@outlook.com" userId="acd941c7071c7b22" providerId="LiveId" clId="{2045C576-319B-40BB-B274-0175603C22F1}" dt="2026-07-29T04:36:56.013" v="570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6:24.501" v="565" actId="255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thatrakalsubahan17@outlook.com" userId="acd941c7071c7b22" providerId="LiveId" clId="{2045C576-319B-40BB-B274-0175603C22F1}" dt="2026-07-29T04:47:26.796" v="617" actId="20577"/>
        <pc:sldMkLst>
          <pc:docMk/>
          <pc:sldMk cId="2747240544" sldId="289"/>
        </pc:sldMkLst>
        <pc:spChg chg="mod">
          <ac:chgData name="thatrakalsubahan17@outlook.com" userId="acd941c7071c7b22" providerId="LiveId" clId="{2045C576-319B-40BB-B274-0175603C22F1}" dt="2026-07-29T04:47:26.796" v="617" actId="20577"/>
          <ac:spMkLst>
            <pc:docMk/>
            <pc:sldMk cId="2747240544" sldId="289"/>
            <ac:spMk id="7" creationId="{88B2EF99-82AA-F1F2-9A6E-5718A160EF18}"/>
          </ac:spMkLst>
        </pc:spChg>
      </pc:sldChg>
      <pc:sldChg chg="addSp delSp modSp add mod">
        <pc:chgData name="thatrakalsubahan17@outlook.com" userId="acd941c7071c7b22" providerId="LiveId" clId="{2045C576-319B-40BB-B274-0175603C22F1}" dt="2026-07-29T04:37:45.599" v="573" actId="1076"/>
        <pc:sldMkLst>
          <pc:docMk/>
          <pc:sldMk cId="822373472" sldId="290"/>
        </pc:sldMkLst>
        <pc:spChg chg="add mod">
          <ac:chgData name="thatrakalsubahan17@outlook.com" userId="acd941c7071c7b22" providerId="LiveId" clId="{2045C576-319B-40BB-B274-0175603C22F1}" dt="2026-07-29T04:37:45.599" v="573" actId="1076"/>
          <ac:spMkLst>
            <pc:docMk/>
            <pc:sldMk cId="822373472" sldId="290"/>
            <ac:spMk id="2" creationId="{561F0D18-9889-2140-D361-BE8DAD21DC8D}"/>
          </ac:spMkLst>
        </pc:spChg>
        <pc:spChg chg="mod">
          <ac:chgData name="thatrakalsubahan17@outlook.com" userId="acd941c7071c7b22" providerId="LiveId" clId="{2045C576-319B-40BB-B274-0175603C22F1}" dt="2026-07-29T04:19:46.774" v="68" actId="1076"/>
          <ac:spMkLst>
            <pc:docMk/>
            <pc:sldMk cId="822373472" sldId="290"/>
            <ac:spMk id="4" creationId="{20DA9B9C-9C1F-C1B6-ABBC-088B0E145F98}"/>
          </ac:spMkLst>
        </pc:spChg>
        <pc:spChg chg="del">
          <ac:chgData name="thatrakalsubahan17@outlook.com" userId="acd941c7071c7b22" providerId="LiveId" clId="{2045C576-319B-40BB-B274-0175603C22F1}" dt="2026-07-29T04:18:50.042" v="23" actId="478"/>
          <ac:spMkLst>
            <pc:docMk/>
            <pc:sldMk cId="822373472" sldId="290"/>
            <ac:spMk id="5" creationId="{EA17B627-1EF0-E3F7-3FB7-1D1947261736}"/>
          </ac:spMkLst>
        </pc:spChg>
      </pc:sldChg>
      <pc:sldChg chg="modSp add mod">
        <pc:chgData name="thatrakalsubahan17@outlook.com" userId="acd941c7071c7b22" providerId="LiveId" clId="{2045C576-319B-40BB-B274-0175603C22F1}" dt="2026-07-29T04:30:01.290" v="373" actId="11"/>
        <pc:sldMkLst>
          <pc:docMk/>
          <pc:sldMk cId="75818756" sldId="291"/>
        </pc:sldMkLst>
        <pc:spChg chg="mod">
          <ac:chgData name="thatrakalsubahan17@outlook.com" userId="acd941c7071c7b22" providerId="LiveId" clId="{2045C576-319B-40BB-B274-0175603C22F1}" dt="2026-07-29T04:27:41.417" v="317" actId="113"/>
          <ac:spMkLst>
            <pc:docMk/>
            <pc:sldMk cId="75818756" sldId="291"/>
            <ac:spMk id="4" creationId="{D731462E-ADC6-4F16-DB5F-A47D4D4CEE02}"/>
          </ac:spMkLst>
        </pc:spChg>
        <pc:spChg chg="mod">
          <ac:chgData name="thatrakalsubahan17@outlook.com" userId="acd941c7071c7b22" providerId="LiveId" clId="{2045C576-319B-40BB-B274-0175603C22F1}" dt="2026-07-29T04:30:01.290" v="373" actId="11"/>
          <ac:spMkLst>
            <pc:docMk/>
            <pc:sldMk cId="75818756" sldId="291"/>
            <ac:spMk id="5" creationId="{84068C86-17F1-551D-B9DF-D917A8D46A55}"/>
          </ac:spMkLst>
        </pc:spChg>
      </pc:sldChg>
      <pc:sldChg chg="modSp add mod">
        <pc:chgData name="thatrakalsubahan17@outlook.com" userId="acd941c7071c7b22" providerId="LiveId" clId="{2045C576-319B-40BB-B274-0175603C22F1}" dt="2026-07-29T04:29:48.282" v="371" actId="5793"/>
        <pc:sldMkLst>
          <pc:docMk/>
          <pc:sldMk cId="1782216241" sldId="292"/>
        </pc:sldMkLst>
        <pc:spChg chg="mod">
          <ac:chgData name="thatrakalsubahan17@outlook.com" userId="acd941c7071c7b22" providerId="LiveId" clId="{2045C576-319B-40BB-B274-0175603C22F1}" dt="2026-07-29T04:28:57.754" v="363" actId="113"/>
          <ac:spMkLst>
            <pc:docMk/>
            <pc:sldMk cId="1782216241" sldId="292"/>
            <ac:spMk id="4" creationId="{B2AF1F51-C6EB-0202-333A-01EB408305AD}"/>
          </ac:spMkLst>
        </pc:spChg>
        <pc:spChg chg="mod">
          <ac:chgData name="thatrakalsubahan17@outlook.com" userId="acd941c7071c7b22" providerId="LiveId" clId="{2045C576-319B-40BB-B274-0175603C22F1}" dt="2026-07-29T04:29:48.282" v="371" actId="5793"/>
          <ac:spMkLst>
            <pc:docMk/>
            <pc:sldMk cId="1782216241" sldId="292"/>
            <ac:spMk id="5" creationId="{DA9519EB-7E14-9F58-4AE5-7851FCBBC64D}"/>
          </ac:spMkLst>
        </pc:spChg>
      </pc:sldChg>
      <pc:sldChg chg="addSp modSp new mod">
        <pc:chgData name="thatrakalsubahan17@outlook.com" userId="acd941c7071c7b22" providerId="LiveId" clId="{2045C576-319B-40BB-B274-0175603C22F1}" dt="2026-07-29T04:39:43.209" v="578" actId="1076"/>
        <pc:sldMkLst>
          <pc:docMk/>
          <pc:sldMk cId="674436863" sldId="293"/>
        </pc:sldMkLst>
        <pc:picChg chg="add mod modCrop">
          <ac:chgData name="thatrakalsubahan17@outlook.com" userId="acd941c7071c7b22" providerId="LiveId" clId="{2045C576-319B-40BB-B274-0175603C22F1}" dt="2026-07-29T04:39:43.209" v="578" actId="1076"/>
          <ac:picMkLst>
            <pc:docMk/>
            <pc:sldMk cId="674436863" sldId="293"/>
            <ac:picMk id="2" creationId="{6110245E-94C9-12DB-2750-254B00CE2C5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8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7ED26E9-BA8F-E31B-21D7-CE9A5546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6A9AA4C-2540-19FE-293C-F9108E32B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6635BAB-1402-43D3-E669-C7FDF75B4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5ED5C1A-C522-CC12-B7E4-D2044E66E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40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4ED5D28-F798-FD30-697D-DE35EAF1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23B9A38-EBBA-2131-51BF-DB68F2831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25A5038-C06F-3A3F-6E03-498D60A2A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E574F30-3822-C83A-DB56-9F29EDCA56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82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DB95508-3CFF-D885-04E2-6CE1BBFC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DD542E2-006E-3489-879E-6F01D58F5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339E707-A6E1-4737-C44E-B3C22B0C4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C0A60C3-7970-EC27-A90D-483A94746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32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03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C57094-8701-F282-F96B-11BA02B6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09820"/>
            <a:ext cx="788670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SaaS-Based Student Learning Management System</a:t>
            </a:r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790D3E2-F610-2747-1C75-E6CF00CE5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7" y="2571750"/>
            <a:ext cx="7886700" cy="27292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CSA1522-CLOUD COMPUTING &amp; BIG DATA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8B2EF99-82AA-F1F2-9A6E-5718A160EF18}"/>
              </a:ext>
            </a:extLst>
          </p:cNvPr>
          <p:cNvSpPr txBox="1"/>
          <p:nvPr/>
        </p:nvSpPr>
        <p:spPr>
          <a:xfrm>
            <a:off x="6239022" y="3672812"/>
            <a:ext cx="263769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/>
              <a:t>Name of the student :</a:t>
            </a:r>
          </a:p>
          <a:p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K.Dhilip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(192365013)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Sanjay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soy(192311151)</a:t>
            </a:r>
          </a:p>
          <a:p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T.Subahan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(192511121)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AC0B79C-0873-08C5-C549-9711070DE923}"/>
              </a:ext>
            </a:extLst>
          </p:cNvPr>
          <p:cNvSpPr txBox="1"/>
          <p:nvPr/>
        </p:nvSpPr>
        <p:spPr>
          <a:xfrm>
            <a:off x="628650" y="3672812"/>
            <a:ext cx="20305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/>
              <a:t>Guided by :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Rajaram P </a:t>
            </a:r>
          </a:p>
        </p:txBody>
      </p:sp>
      <p:pic>
        <p:nvPicPr>
          <p:cNvPr id="17" name="Picture 16" descr="Saveetha University">
            <a:extLst>
              <a:ext uri="{FF2B5EF4-FFF2-40B4-BE49-F238E27FC236}">
                <a16:creationId xmlns:a16="http://schemas.microsoft.com/office/drawing/2014/main" xmlns="" id="{4E65343F-AFCE-2551-4001-5C99A7852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74" y="237952"/>
            <a:ext cx="4062270" cy="831193"/>
          </a:xfrm>
          <a:prstGeom prst="rect">
            <a:avLst/>
          </a:prstGeom>
        </p:spPr>
      </p:pic>
      <p:pic>
        <p:nvPicPr>
          <p:cNvPr id="20" name="Picture 19" descr="Admissions — SIMATS">
            <a:extLst>
              <a:ext uri="{FF2B5EF4-FFF2-40B4-BE49-F238E27FC236}">
                <a16:creationId xmlns:a16="http://schemas.microsoft.com/office/drawing/2014/main" xmlns="" id="{76952476-05EE-764E-40A1-59AA06F4F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4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19" y="565066"/>
            <a:ext cx="782867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xmlns="" id="{136D5878-E3A8-758A-AA8F-A6722FC72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10" name="Picture 9" descr="Admissions — SIMATS">
            <a:extLst>
              <a:ext uri="{FF2B5EF4-FFF2-40B4-BE49-F238E27FC236}">
                <a16:creationId xmlns:a16="http://schemas.microsoft.com/office/drawing/2014/main" xmlns="" id="{94DCDD7C-829E-44A1-95C5-E26E65B00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463" y="90840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E17C43D-7953-5BC1-E54E-298B9B3C2AC4}"/>
              </a:ext>
            </a:extLst>
          </p:cNvPr>
          <p:cNvSpPr txBox="1"/>
          <p:nvPr/>
        </p:nvSpPr>
        <p:spPr>
          <a:xfrm>
            <a:off x="502919" y="1362808"/>
            <a:ext cx="78814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Learning Management System (LMS) is a software application used to manage online learning activities.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LMS platforms often require separate installations for each institution, leading to higher costs and maintenance.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SaaS LMS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multiple educational institutions to use a single cloud-based application while keeping each institution's data isolated and secure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technologies provide scalability, reliability, and easy access from anywhere using the internet.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A68966B-5E45-C503-F811-0B60D711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xmlns="" id="{20DA9B9C-9C1F-C1B6-ABBC-088B0E145F98}"/>
              </a:ext>
            </a:extLst>
          </p:cNvPr>
          <p:cNvSpPr/>
          <p:nvPr/>
        </p:nvSpPr>
        <p:spPr>
          <a:xfrm>
            <a:off x="254881" y="703681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Abstract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xmlns="" id="{3F807FF4-D4C7-17C6-A289-C41F49E5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xmlns="" id="{D77DB304-48B3-37F1-090D-E176DD71B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61F0D18-9889-2140-D361-BE8DAD21DC8D}"/>
              </a:ext>
            </a:extLst>
          </p:cNvPr>
          <p:cNvSpPr txBox="1"/>
          <p:nvPr/>
        </p:nvSpPr>
        <p:spPr>
          <a:xfrm>
            <a:off x="606574" y="1392700"/>
            <a:ext cx="78779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SaaS-Based Student Learning Management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allows multiple educational institutions to share a single cloud-hosted application while maintaining complete data isolation for each tenant. The system provides secure user authentication, role-based access control, course management, online assessments, and subscription billing. By adopting cloud computing techniques such as multi-tenancy, load balancing, and auto-scaling, the platform delivers high availability, reduced infrastructure costs, and simplified maintenance. The proposed solution improves learning accessibility, supports institutional growth, and offers an efficient Software-as-a-Service (SaaS) model for modern education.</a:t>
            </a:r>
          </a:p>
        </p:txBody>
      </p:sp>
    </p:spTree>
    <p:extLst>
      <p:ext uri="{BB962C8B-B14F-4D97-AF65-F5344CB8AC3E}">
        <p14:creationId xmlns:p14="http://schemas.microsoft.com/office/powerpoint/2010/main" val="82237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23419" y="696348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problem statements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33643" y="1498208"/>
            <a:ext cx="8876714" cy="23633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Learning Management Systems require separate installations and servers for each institution, resulting in high deployment and maintenance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users, courses, and assessments across multiple institutions becomes difficult without secure data isolation and centralized administration.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struggle to handle increasing numbers of users during peak academic periods due to limited scalability and inefficient resource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xmlns="" id="{F0CCF27A-B923-CFB2-E34D-92165293E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xmlns="" id="{51F78C6F-61BB-F36E-4E4F-5F4B50855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07962"/>
            <a:ext cx="8229600" cy="64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xmlns="" id="{25D29680-F82F-FC94-45D9-9EE4EC3C5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19" y="70338"/>
            <a:ext cx="4333505" cy="4994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xmlns="" id="{22FF8738-7510-5CB8-1AAB-0EDE88D22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1400630-22AB-53EF-E8DD-7AB0B0AB996D}"/>
              </a:ext>
            </a:extLst>
          </p:cNvPr>
          <p:cNvSpPr txBox="1"/>
          <p:nvPr/>
        </p:nvSpPr>
        <p:spPr>
          <a:xfrm>
            <a:off x="474786" y="635528"/>
            <a:ext cx="774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E6ECE05-AD0A-7F29-5B95-27F8F5F0C517}"/>
              </a:ext>
            </a:extLst>
          </p:cNvPr>
          <p:cNvSpPr txBox="1"/>
          <p:nvPr/>
        </p:nvSpPr>
        <p:spPr>
          <a:xfrm>
            <a:off x="590844" y="1216857"/>
            <a:ext cx="75121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cloud-based multi-tenant learning management system that securely serves multiple educational institutions using a single shared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efficient course management, online assessments, and role-based access control for administrators, faculty, and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scalability, availability, and cost efficiency using SaaS architecture, load balancing, cloud auto-scaling, and subscription billing.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Multi-Tenant Architecture &amp; User Management</a:t>
            </a:r>
          </a:p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361049"/>
            <a:ext cx="802561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institutions within a single cloud application.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secure and isolated data for each institution.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separate dashboards for administrators, faculty, and students.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Tenant Registration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Management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xmlns="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xmlns="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:a16="http://schemas.microsoft.com/office/drawing/2014/main" xmlns="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:a16="http://schemas.microsoft.com/office/drawing/2014/main" xmlns="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7520" y="741680"/>
            <a:ext cx="298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Module 1: Output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F0CAFAE-2A3D-7C29-7330-A2CBB007A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78" y="1365166"/>
            <a:ext cx="2538179" cy="2668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161D318-822D-AA58-0160-0CDB0F444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9888" y="1420159"/>
            <a:ext cx="3052167" cy="230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6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697568F4-9537-9BBE-8E77-0E944199A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xmlns="" id="{D731462E-ADC6-4F16-DB5F-A47D4D4CEE02}"/>
              </a:ext>
            </a:extLst>
          </p:cNvPr>
          <p:cNvSpPr/>
          <p:nvPr/>
        </p:nvSpPr>
        <p:spPr>
          <a:xfrm>
            <a:off x="355209" y="689617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Course Content &amp; Assessment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84068C86-17F1-551D-B9DF-D917A8D46A55}"/>
              </a:ext>
            </a:extLst>
          </p:cNvPr>
          <p:cNvSpPr/>
          <p:nvPr/>
        </p:nvSpPr>
        <p:spPr>
          <a:xfrm>
            <a:off x="457200" y="1361049"/>
            <a:ext cx="802561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faculty members to manage academic activities online.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access learning materials and complete assessments.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Creation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Upload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Submission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Quiz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Management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xmlns="" id="{A2EB42FF-58FD-8209-D7CB-72F14A489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xmlns="" id="{5D3C0A79-0557-F009-12CB-1D76CB464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18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:a16="http://schemas.microsoft.com/office/drawing/2014/main" xmlns="" id="{5D3C0A79-0557-F009-12CB-1D76CB464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:a16="http://schemas.microsoft.com/office/drawing/2014/main" xmlns="" id="{A2EB42FF-58FD-8209-D7CB-72F14A489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63440" y="721360"/>
            <a:ext cx="2854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Module 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2: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endParaRPr lang="en-IN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821" y="1377627"/>
            <a:ext cx="4351020" cy="3145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6022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64A06C2-C02C-6D48-8412-CE561BA8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xmlns="" id="{B2AF1F51-C6EB-0202-333A-01EB408305AD}"/>
              </a:ext>
            </a:extLst>
          </p:cNvPr>
          <p:cNvSpPr/>
          <p:nvPr/>
        </p:nvSpPr>
        <p:spPr>
          <a:xfrm>
            <a:off x="355209" y="689617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Cloud Deployment &amp; Subscription Billing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DA9519EB-7E14-9F58-4AE5-7851FCBBC64D}"/>
              </a:ext>
            </a:extLst>
          </p:cNvPr>
          <p:cNvSpPr/>
          <p:nvPr/>
        </p:nvSpPr>
        <p:spPr>
          <a:xfrm>
            <a:off x="457200" y="1361049"/>
            <a:ext cx="802561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Deploys the LMS on a cloud platform.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subscription plans for different educational institutions.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Hosting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Management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Processing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Reports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Scaling </a:t>
            </a:r>
          </a:p>
          <a:p>
            <a:pPr marL="400050" lvl="0" indent="-400050"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xmlns="" id="{7447675B-4BCD-8C2F-0BFF-DB23062B1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xmlns="" id="{24D146C1-B978-92CE-E606-DC8DF5939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216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:a16="http://schemas.microsoft.com/office/drawing/2014/main" xmlns="" id="{24D146C1-B978-92CE-E606-DC8DF5939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:a16="http://schemas.microsoft.com/office/drawing/2014/main" xmlns="" id="{7447675B-4BCD-8C2F-0BFF-DB23062B1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620" y="792480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Module 2: 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54" y="1508759"/>
            <a:ext cx="7949565" cy="313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5823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90810" y="3886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Multi-Tenancy Architecture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 Design Patterns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Balancing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Auto-Scaling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xmlns="" id="{EAD7DE1C-7AC9-0271-EED6-CEECE7E1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49237"/>
            <a:ext cx="4062270" cy="48533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xmlns="" id="{BBF5D320-9BA9-E228-0E05-56BE499CB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6A2BB36-BC9F-C98C-6E6A-3DD3A6CC78DA}"/>
              </a:ext>
            </a:extLst>
          </p:cNvPr>
          <p:cNvSpPr txBox="1"/>
          <p:nvPr/>
        </p:nvSpPr>
        <p:spPr>
          <a:xfrm>
            <a:off x="2319195" y="542206"/>
            <a:ext cx="45056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64234"/>
            <a:ext cx="8229600" cy="587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Applications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797083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Colleges and Universities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Platforms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Coaching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Training Organizations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Training Institutes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Development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Certification Programs </a:t>
            </a:r>
          </a:p>
          <a:p>
            <a:endParaRPr lang="en-US" sz="16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xmlns="" id="{84425623-525D-AA26-9F21-A98065FA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8"/>
            <a:ext cx="4114800" cy="50643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xmlns="" id="{AC4644FE-3C24-6480-0D3A-3F26E0F39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2" name="Picture 1" descr="Why a multi-tenant LMS is the best choice for your organisation - Moodle">
            <a:extLst>
              <a:ext uri="{FF2B5EF4-FFF2-40B4-BE49-F238E27FC236}">
                <a16:creationId xmlns:a16="http://schemas.microsoft.com/office/drawing/2014/main" xmlns="" id="{0D133C38-E808-7355-31B8-ECE498BAAF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613"/>
          <a:stretch>
            <a:fillRect/>
          </a:stretch>
        </p:blipFill>
        <p:spPr>
          <a:xfrm>
            <a:off x="5151964" y="1424953"/>
            <a:ext cx="3534836" cy="25181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90395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24005" y="1280759"/>
            <a:ext cx="829599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SaaS-Based Student Learning Management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efficient, scalable, and secure solution for managing educational activities across multiple institutions. By integrating cloud computing, multi-tenancy, role-based access control, load balancing, and auto-scaling, the system reduces operational costs while improving accessibility and performance. This approach enables institutions to deliver high-quality online education through a centralized, reliable, and cost-effective cloud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xmlns="" id="{AB78A499-A10B-1964-FF2B-15764B2F7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9"/>
            <a:ext cx="4062270" cy="47126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xmlns="" id="{B7E3E331-02E3-7373-5BCE-248788A12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810" y="3974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276643"/>
            <a:ext cx="745587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Armbrust, M., et al. "A View of Cloud Computing."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 of the ACM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2010.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Mell, P., &amp; Grance, T. "The NIST Definition of Cloud Computing." National Institute of Standards and Technology (NIST), 2011.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Chong, F., &amp; Carraro, G.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Strategies for Catching the Long Tail: Multi-Tenant SaaS Applications.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Microsoft White Paper, 2006.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Sandhu, R., et al. "Role-Based Access Control Models."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Computer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1996.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et al. "Cloud Computing Pricing Models: A Survey."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Grid and Distributed Computing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5" name="Picture 4" descr="Admissions — SIMATS">
            <a:extLst>
              <a:ext uri="{FF2B5EF4-FFF2-40B4-BE49-F238E27FC236}">
                <a16:creationId xmlns:a16="http://schemas.microsoft.com/office/drawing/2014/main" xmlns="" id="{2A2A853D-CA2F-3C99-F5B8-BBA1FB7B3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56271"/>
            <a:ext cx="4062270" cy="492370"/>
          </a:xfrm>
          <a:prstGeom prst="rect">
            <a:avLst/>
          </a:prstGeom>
        </p:spPr>
      </p:pic>
      <p:pic>
        <p:nvPicPr>
          <p:cNvPr id="7" name="Picture 6" descr="Saveetha University">
            <a:extLst>
              <a:ext uri="{FF2B5EF4-FFF2-40B4-BE49-F238E27FC236}">
                <a16:creationId xmlns:a16="http://schemas.microsoft.com/office/drawing/2014/main" xmlns="" id="{E5C893BA-9E02-B0BF-6892-74AACA68C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5,895 Thank You Sign Royalty-Free Images, Stock Photos &amp; Pictures |  Shutterstock">
            <a:extLst>
              <a:ext uri="{FF2B5EF4-FFF2-40B4-BE49-F238E27FC236}">
                <a16:creationId xmlns:a16="http://schemas.microsoft.com/office/drawing/2014/main" xmlns="" id="{6110245E-94C9-12DB-2750-254B00CE2C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33"/>
          <a:stretch>
            <a:fillRect/>
          </a:stretch>
        </p:blipFill>
        <p:spPr>
          <a:xfrm>
            <a:off x="1540412" y="1208099"/>
            <a:ext cx="5944626" cy="30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36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:a16="http://schemas.microsoft.com/office/drawing/2014/main" xmlns="" id="{E5C893BA-9E02-B0BF-6892-74AACA68C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:a16="http://schemas.microsoft.com/office/drawing/2014/main" xmlns="" id="{2A2A853D-CA2F-3C99-F5B8-BBA1FB7B3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56271"/>
            <a:ext cx="4062270" cy="4923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04080" y="853439"/>
            <a:ext cx="2773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GPS Photo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720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796</Words>
  <Application>Microsoft Office PowerPoint</Application>
  <PresentationFormat>On-screen Show (16:9)</PresentationFormat>
  <Paragraphs>108</Paragraphs>
  <Slides>17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Multi-Tenant SaaS-Based Student Learning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An Intelligent Smart Agriculture Management System Using Data Structures A</dc:title>
  <dc:subject>Design And Development Of An Intelligent Smart Agriculture Management System Using Data Structures A</dc:subject>
  <dc:creator>SlideMake.com</dc:creator>
  <cp:lastModifiedBy>ADMIN</cp:lastModifiedBy>
  <cp:revision>6</cp:revision>
  <dcterms:created xsi:type="dcterms:W3CDTF">2026-07-22T02:09:05Z</dcterms:created>
  <dcterms:modified xsi:type="dcterms:W3CDTF">2026-08-19T14:26:43Z</dcterms:modified>
</cp:coreProperties>
</file>